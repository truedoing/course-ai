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9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2" Type="http://schemas.openxmlformats.org/officeDocument/2006/relationships/viewProps" Target="viewProps.xml" /><Relationship Id="rId11" Type="http://schemas.openxmlformats.org/officeDocument/2006/relationships/tableStyles" Target="tableStyles.xml" /><Relationship Id="rId10" Type="http://schemas.openxmlformats.org/officeDocument/2006/relationships/presProps" Target="presProps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background: '#FFFFFF', padding: 0 }}&gt;&#10;  &lt;Box style={{ height: 88, background: '#0E3F8C', width: '100%', flexDirection: 'row', alignItems: 'center', paddingLeft: 40 }}&gt;&#10;    &lt;Text style={{ color: '#FFFFFF', fontSize: 22, fontWeight: 'bold' }}&gt;JS 前端课程 · 案例实训 · 项目三&lt;/Text&gt;&#10;  &lt;/Box&gt;&#10;  &lt;Box style={{ padding: 70, flex: 1, justifyContent: 'center' }}&gt;&#10;    &lt;Text style={{ fontSize: 60, fontWeight: 'bold', color: '#0E3F8C' }}&gt;第3章 案例实训 · 商品批量统计&lt;/Text&gt;&#10;    &lt;Text style={{ fontSize: 24, color: '#4A5568', marginTop: 18 }}&gt;给「某某小店」加上统计条：商品种类 / 库存 / 分类 / 最贵最便宜 / 均价&lt;/Text&gt;&#10;    &lt;Box style={{ marginTop: 44, padding: 22, background: '#F0F5FC', borderRadius: 8, alignSelf: 'flex-start' }}&gt;&#10;      &lt;Text style={{ fontSize: 20, color: '#1A2230' }}&gt;学生版（纯任务 · 可自学）｜ 跟着做，下课就能交&lt;/Text&gt;&#10;    &lt;/Box&gt;&#10;  &lt;/Box&gt;&#10;  &lt;Box style={{ position: 'absolute', bottom: 36, left: 70, right: 70, flexDirection: 'row', justifyContent: 'space-between' }}&gt;&#10;    &lt;Text style={{ fontSize: 16, color: '#8B97A8' }}&gt;主线：FDE · 商品展示统一母体&lt;/Text&gt;&#10;    &lt;Text style={{ fontSize: 16, color: '#8B97A8' }}&gt;2026 秋学期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295275"/>
            <a:ext cx="3028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JS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前端课程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案例实训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2752725"/>
            <a:ext cx="10858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章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>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案例实训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商品批量统计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" y="3609975"/>
            <a:ext cx="10858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给「某某小店」加上统计条：商品种类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库存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分类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最贵最便宜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均价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66750" y="4305300"/>
            <a:ext cx="4638675" cy="647700"/>
          </a:xfrm>
          <a:prstGeom prst="roundRect">
            <a:avLst>
              <a:gd name="adj" fmla="val 1176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76300" y="4514850"/>
            <a:ext cx="4219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学生版（纯任务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可自学）｜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跟着做，下课就能交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主线：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FDE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商品展示统一母体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658475" y="6324600"/>
            <a:ext cx="866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秋学期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本节课要你做的事&lt;/Text&gt;&#10;    &lt;Text style={{ color: '#FFFFFF', fontSize: 16, opacity: 0.8 }}&gt;JS 前端 · 项目三&lt;/Text&gt;&#10;  &lt;/Box&gt;&#10;  &lt;Box style={{ flexDirection: 'row', flex: 1, padding: 32, gap: 28 }}&gt;&#10;    &lt;Box style={{ flex: 1, background: '#F0F5FC', borderRadius: 8, padding: 26 }}&gt;&#10;      &lt;Text style={{ fontSize: 26, fontWeight: 'bold', color: '#0E3F8C' }}&gt;核心任务&lt;/Text&gt;&#10;      &lt;Text style={{ fontSize: 22, color: '#1A2230', lineHeight: 1.8, marginTop: 14 }}&gt;&#10;        给首页的&lt;span style={{ fontWeight: 'bold' }}&gt;统计条&lt;/span&gt;加上真实数据：&lt;br /&gt;&#10;        • 商品种类　• 库存总量&lt;br /&gt;&#10;        • 分类数　　• 最贵 / 最便宜&lt;br /&gt;&#10;        • 均价&lt;br /&gt;&lt;br /&gt;&#10;        核心就一个函数：&lt;span style={{ fontWeight: 'bold', color: '#1E4FA8' }}&gt;aggregate(products)&lt;/span&gt;&#10;      &lt;/Text&gt;&#10;    &lt;/Box&gt;&#10;    &lt;Box style={{ flex: 1, background: '#FFFFFF', border: '1px solid #D6DCE5', borderRadius: 8, padding: 26 }}&gt;&#10;      &lt;Text style={{ fontSize: 26, fontWeight: 'bold', color: '#0E3F8C' }}&gt;前置（已完成）&lt;/Text&gt;&#10;      &lt;Text style={{ fontSize: 22, color: '#1A2230', lineHeight: 1.9, marginTop: 14 }}&gt;&#10;        ☐ fork 并 clone 模板，仓库名保持 &lt;span style={{ fontWeight: 'bold' }}&gt;js-course&lt;/span&gt;&lt;br /&gt;&#10;        ☐ 改了店名 / 商品并 push，看到自己的小店&lt;br /&gt;&#10;        ☐ 本地装好 Node（node -v 有版本号）&lt;br /&gt;&lt;br /&gt;&#10;        任一步没完成，先找同桌或老师补齐。&#10;      &lt;/Text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商品批量统计实训&lt;/Text&gt;&#10;    &lt;Text style={{ fontSize: 14, color: '#0E3F8C' }}&gt;02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本节课要你做的事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04800" y="1143000"/>
            <a:ext cx="5657850" cy="5029200"/>
          </a:xfrm>
          <a:prstGeom prst="roundRect">
            <a:avLst>
              <a:gd name="adj" fmla="val 151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52450" y="1390650"/>
            <a:ext cx="5162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核心任务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52450" y="1828800"/>
            <a:ext cx="5162550" cy="27241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给首页的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统计条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加上真实数据：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商品种类　•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库存总量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分类数　　•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最贵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最便宜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均价</a:t>
            </a:r>
            <a:endParaRPr/>
          </a:p>
          <a:p>
            <a:pPr>
              <a:lnSpc>
                <a:spcPct val="180000"/>
              </a:lnSpc>
            </a:pPr>
            <a:r>
              <a:rPr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核心就一个函数：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aggregate(products)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229350" y="1143000"/>
            <a:ext cx="5657850" cy="50292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77000" y="1390650"/>
            <a:ext cx="5162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前置（已完成）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77000" y="1828800"/>
            <a:ext cx="5162550" cy="23907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☐ fork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并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clone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模板，仓库名保持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js-course</a:t>
            </a:r>
            <a:endParaRPr/>
          </a:p>
          <a:p>
            <a:pPr>
              <a:lnSpc>
                <a:spcPct val="19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☐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改了店名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商品并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push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，看到自己的小店</a:t>
            </a:r>
            <a:endParaRPr/>
          </a:p>
          <a:p>
            <a:pPr>
              <a:lnSpc>
                <a:spcPct val="19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☐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本地装好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Node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node -v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有版本号）</a:t>
            </a:r>
            <a:endParaRPr/>
          </a:p>
          <a:p>
            <a:pPr>
              <a:lnSpc>
                <a:spcPct val="190000"/>
              </a:lnSpc>
            </a:pPr>
            <a:r>
              <a:rPr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9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任一步没完成，先找同桌或老师补齐。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商品批量统计实训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02 / 08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第一步：跑通切片代码&lt;/Text&gt;&#10;    &lt;Text style={{ color: '#FFFFFF', fontSize: 16, opacity: 0.8 }}&gt;JS 前端 · 项目三&lt;/Text&gt;&#10;  &lt;/Box&gt;&#10;  &lt;Box style={{ flexDirection: 'row', flex: 1, padding: 32, gap: 28 }}&gt;&#10;    &lt;Box style={{ width: 660, background: '#0F172A', borderRadius: 8, padding: 18 }}&gt;&#10;      &lt;CodeBlock&#10;        code={`# 打开仓库里的切片文件，在终端运行&#10;node 项目三_循环_商品批量统计.js&#10;&#10;# 你会看到：&#10;#   三种循环算出的库存都是 25&#10;#   最后打印 ✅ 自检通过&#10;&#10;# 改 1 个商品的价格或库存再跑一次，&#10;# 自检依然通过 → 理解「数据变，统计自动变」`}&#10;        language='javascript'&#10;        width={624}&#10;        fontSize={14}&#10;      /&gt;&#10;    &lt;/Box&gt;&#10;    &lt;Box style={{ flex: 1, gap: 16 }}&gt;&#10;      &lt;Text style={{ fontSize: 24, fontWeight: 'bold', color: '#0E3F8C' }}&gt;这一步在确认&lt;/Text&gt;&#10;      &lt;Text style={{ fontSize: 22, color: '#1A2230', lineHeight: 1.7 }}&gt;&#10;        • 你的 Node 环境能跑 JS。&lt;br /&gt;&#10;        • 切片里的循环、统计逻辑是对的。&lt;br /&gt;&#10;        • 数据驱动：改数据，结果跟着变。&#10;      &lt;/Text&gt;&#10;      &lt;Box style={{ background: '#F0F5FC', borderRadius: 8, padding: 16, marginTop: 6 }}&gt;&#10;        &lt;Text style={{ fontSize: 20, color: '#1A2230', lineHeight: 1.6 }}&gt;跑不通？先检查 node 是否安装，再看终端报错是哪一行。&lt;/Text&gt;&#10;      &lt;/Box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商品批量统计实训&lt;/Text&gt;&#10;    &lt;Text style={{ fontSize: 14, color: '#0E3F8C' }}&gt;03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第一步：跑通切片代码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04800" y="1143000"/>
            <a:ext cx="6286500" cy="502920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0" y="114300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这一步在确认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858000" y="1571625"/>
            <a:ext cx="5029200" cy="1285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你的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Node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环境能跑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JS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切片里的循环、统计逻辑是对的。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数据驱动：改数据，结果跟着变。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858000" y="3067050"/>
            <a:ext cx="5029200" cy="1038225"/>
          </a:xfrm>
          <a:prstGeom prst="roundRect">
            <a:avLst>
              <a:gd name="adj" fmla="val 733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010400" y="3219450"/>
            <a:ext cx="47244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跑不通？先检查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node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是否安装，再看终端报错是哪一行。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商品批量统计实训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03 / 08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76250" y="1314450"/>
            <a:ext cx="594360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7" name=""/>
          <p:cNvSpPr txBox="1"/>
          <p:nvPr/>
        </p:nvSpPr>
        <p:spPr>
          <a:xfrm rot="0" flipH="0" flipV="0">
            <a:off x="628650" y="1447800"/>
            <a:ext cx="563880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# 打开仓库里的切片文件，在终端运行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node 项目三_循环_商品批量统计.js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# 你会看到：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#   三种循环算出的库存都是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25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#   最后打印 ✅ 自检通过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# 改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个商品的价格或库存再跑一次，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# 自检依然通过 → 理解「数据变，统计自动变」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8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第二步：自己写 aggregate&lt;/Text&gt;&#10;    &lt;Text style={{ color: '#FFFFFF', fontSize: 16, opacity: 0.8 }}&gt;JS 前端 · 项目三&lt;/Text&gt;&#10;  &lt;/Box&gt;&#10;  &lt;Box style={{ flexDirection: 'row', flex: 1, padding: 32, gap: 28 }}&gt;&#10;    &lt;Box style={{ width: 640, background: '#0F172A', borderRadius: 8, padding: 18 }}&gt;&#10;      &lt;CodeBlock&#10;        code={`function aggregate(list) {&#10;  const r = { total: list.length, stockSum: 0,&#10;    priceSum: 0, cats: {}, maxPrice: -Infinity,&#10;    minPrice: Infinity };&#10;  for (const p of list) {&#10;    r.stockSum += p.stock;&#10;    r.priceSum += p.price;&#10;    r.cats[p.category] =&#10;      (r.cats[p.category] || 0) + 1;&#10;    if (p.price &gt; r.maxPrice)&#10;      r.maxPrice = p.price;&#10;    if (p.price &lt; r.minPrice)&#10;      r.minPrice = p.price;&#10;  }&#10;  r.catCount = Object.keys(r.cats).length;&#10;  r.avgPrice = Math.round(&#10;    r.priceSum / r.total * 100) / 100;&#10;  return r;&#10;}`}&#10;        language='javascript'&#10;        width={604}&#10;        fontSize={13}&#10;      /&gt;&#10;    &lt;/Box&gt;&#10;    &lt;Box style={{ flex: 1, gap: 14 }}&gt;&#10;      &lt;Text style={{ fontSize: 24, fontWeight: 'bold', color: '#0E3F8C' }}&gt;两个最容易错的坑&lt;/Text&gt;&#10;      &lt;Box style={{ background: '#F0F5FC', borderRadius: 8, padding: 14 }}&gt;&#10;        &lt;Text style={{ fontSize: 20, color: '#1A2230', lineHeight: 1.6 }}&gt;&#10;          &lt;span style={{ color: '#D9534F', fontWeight: 'bold' }}&gt;① 极值初值&lt;/span&gt;：写 0 会让最便宜变成 0。正确用 &lt;span style={{ fontWeight: 'bold' }}&gt;-Infinity / Infinity&lt;/span&gt;。&#10;        &lt;/Text&gt;&#10;      &lt;/Box&gt;&#10;      &lt;Box style={{ background: '#F0F5FC', borderRadius: 8, padding: 14 }}&gt;&#10;        &lt;Text style={{ fontSize: 20, color: '#1A2230', lineHeight: 1.6 }}&gt;&#10;          &lt;span style={{ color: '#D9534F', fontWeight: 'bold' }}&gt;② while&lt;/span&gt; 忘了 idx++ 会死循环卡死。本作业用 for...of 最省心。&#10;        &lt;/Text&gt;&#10;      &lt;/Box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商品批量统计实训&lt;/Text&gt;&#10;    &lt;Text style={{ fontSize: 14, color: '#0E3F8C' }}&gt;04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2847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第二步：自己写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aggregate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04800" y="1143000"/>
            <a:ext cx="6096000" cy="502920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667500" y="1143000"/>
            <a:ext cx="5219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两个最容易错的坑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667500" y="1552575"/>
            <a:ext cx="5219700" cy="1000125"/>
          </a:xfrm>
          <a:prstGeom prst="roundRect">
            <a:avLst>
              <a:gd name="adj" fmla="val 761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800850" y="1685925"/>
            <a:ext cx="49530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①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极值初值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会让最便宜变成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。正确用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-Infinity / Infinity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667500" y="2686050"/>
            <a:ext cx="5219700" cy="1000125"/>
          </a:xfrm>
          <a:prstGeom prst="roundRect">
            <a:avLst>
              <a:gd name="adj" fmla="val 761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00850" y="2819400"/>
            <a:ext cx="49530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② while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忘了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idx++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会死循环卡死。本作业用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for...of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最省心。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商品批量统计实训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08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76250" y="1314450"/>
            <a:ext cx="5753100" cy="4219575"/>
          </a:xfrm>
          <a:prstGeom prst="roundRect">
            <a:avLst>
              <a:gd name="adj" fmla="val 1806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52" name=""/>
          <p:cNvSpPr txBox="1"/>
          <p:nvPr/>
        </p:nvSpPr>
        <p:spPr>
          <a:xfrm rot="0" flipH="0" flipV="0">
            <a:off x="628650" y="1447800"/>
            <a:ext cx="5448300" cy="3952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function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aggregate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list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{ total: list.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length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stockSum: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priceSum: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cats: {}, maxPrice: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Infinity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minPrice: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Infinity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};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p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of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list) 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r.stockSum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p.stock;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r.priceSum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p.price;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r.cats[p.category]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(r.cats[p.category]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||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(p.price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&gt;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r.maxPrice)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r.maxPrice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p.price;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(p.price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r.minPrice)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r.minPrice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p.price;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r.catCount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Object.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keys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(r.cats).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length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r.avgPrice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Math.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round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r.priceSum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r.total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53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第三步：把统计条接上数据（选做）&lt;/Text&gt;&#10;    &lt;Text style={{ color: '#FFFFFF', fontSize: 16, opacity: 0.8 }}&gt;JS 前端 · 项目三&lt;/Text&gt;&#10;  &lt;/Box&gt;&#10;  &lt;Box style={{ flexDirection: 'row', flex: 1, padding: 32, gap: 28 }}&gt;&#10;    &lt;Box style={{ width: 700, background: '#0F172A', borderRadius: 8, padding: 18 }}&gt;&#10;      &lt;CodeBlock&#10;        code={`// 1) 新建 products.js —— 把首页 3 件商品写成数据&#10;const products = [&#10;  { sku:&quot;A001&quot;, name:&quot;手作陶瓷杯&quot;, price:39, selling_point:&quot;粗陶质感·微波可用&quot;,&#10;    category:&quot;家居&quot;, stock:12, images:[&quot;images/p1.svg&quot;,&quot;images/p2.svg&quot;,&quot;images/p3.svg&quot;] },&#10;  { sku:&quot;A002&quot;, name:&quot;帆布托特包&quot;, price:59, selling_point:&quot;加厚帆布·通勤百搭&quot;,&#10;    category:&quot;箱包&quot;, stock:8,  images:[&quot;images/p2.svg&quot;,&quot;images/p1.svg&quot;,&quot;images/p3.svg&quot;] },&#10;  { sku:&quot;A003&quot;, name:&quot;极简台灯&quot;,   price:89, selling_point:&quot;护眼暖光·三档调光&quot;,&#10;    category:&quot;家居&quot;, stock:5,  images:[&quot;images/p3.svg&quot;,&quot;images/p1.svg&quot;,&quot;images/p2.svg&quot;] },&#10;];&#10;&#10;// 2) index.html：把写死的统计条清空成空容器&#10;//    &lt;section class=&quot;stats&quot; id=&quot;stats&quot;&gt;&lt;/section&gt;&#10;&#10;// 3) 在 &lt;/body&gt; 前加脚本，调用你写的 aggregate 填充&#10;function statBox(n, l) {&#10;  return '&lt;div class=&quot;stat&quot;&gt;&lt;div class=&quot;num&quot;&gt;'+n+'&lt;/div&gt;&lt;div class=&quot;label&quot;&gt;'+l+'&lt;/div&gt;&lt;/div&gt;';&#10;}&#10;const r = aggregate(products);&#10;document.getElementById(&quot;stats&quot;).innerHTML =&#10;  statBox(r.total, &quot;商品种类&quot;) + statBox(r.stockSum, &quot;库存总量&quot;) + statBox(r.catCount, &quot;分类数&quot;);`}&#10;        language='javascript'&#10;        width={664}&#10;        fontSize={13}&#10;      /&gt;&#10;    &lt;/Box&gt;&#10;    &lt;Box style={{ flex: 1, gap: 16 }}&gt;&#10;      &lt;Text style={{ fontSize: 24, fontWeight: 'bold', color: '#0E3F8C' }}&gt;这一步做到「良好」档&lt;/Text&gt;&#10;      &lt;Text style={{ fontSize: 22, color: '#1A2230', lineHeight: 1.7 }}&gt;&#10;        • 新建 &lt;b&gt;products.js&lt;/b&gt;，把首页 3 件商品写成数据数组。&lt;br /&gt;&#10;        • 把 index.html 里写死的统计数字清空，留一个空容器。&lt;br /&gt;&#10;        • 在 &amp;lt;/body&amp;gt; 前加一小段脚本，调用你的 aggregate 填充统计条。&lt;br /&gt;&#10;        • 浏览器打开，统计条显示真实数字；改 products.js 刷新即变。&lt;br /&gt;&#10;        • 没时间可先跳过，下节课再接；不影响合格档。&#10;      &lt;/Text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商品批量统计实训&lt;/Text&gt;&#10;    &lt;Text style={{ fontSize: 14, color: '#0E3F8C' }}&gt;05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第三步：把统计条接上数据（选做）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04800" y="1143000"/>
            <a:ext cx="6667500" cy="502920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239000" y="1143000"/>
            <a:ext cx="4648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这一步做到「良好」档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239000" y="1571625"/>
            <a:ext cx="4648200" cy="3848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新建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products.js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，把首页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件商品写成数据数组。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把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index.html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里写死的统计数字清空，留一个空容器。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&lt;/body&gt;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前加一小段脚本，调用你的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aggregate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填充统计条。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浏览器打开，统计条显示真实数字；改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products.js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刷新即变。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没时间可先跳过，下节课再接；不影响合格档。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商品批量统计实训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08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476250" y="1314450"/>
            <a:ext cx="6324600" cy="4429125"/>
          </a:xfrm>
          <a:prstGeom prst="roundRect">
            <a:avLst>
              <a:gd name="adj" fmla="val 1720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64" name=""/>
          <p:cNvSpPr txBox="1"/>
          <p:nvPr/>
        </p:nvSpPr>
        <p:spPr>
          <a:xfrm rot="0" flipH="0" flipV="0">
            <a:off x="628650" y="1447800"/>
            <a:ext cx="7010400" cy="416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// 1) 新建 products.js —— 把首页 3 件商品写成数据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products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[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{ sku: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"A001"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name: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"手作陶瓷杯"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price: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39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selling_point: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"粗陶质感·微波可用"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category: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"家居"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stock: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12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images:[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"images/p1.svg"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"images/p2.svg"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"images/p3.svg"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]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{ sku: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"A002"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name: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"帆布托特包"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price: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59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selling_point: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"加厚帆布·通勤百搭"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category: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"箱包"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stock: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8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 images:[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"images/p2.svg"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"images/p1.svg"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"images/p3.svg"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]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{ sku: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"A003"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name: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"极简台灯"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  price: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89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selling_point: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"护眼暖光·三档调光"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category: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"家居"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stock: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5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 images:[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"images/p3.svg"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"images/p1.svg"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"images/p2.svg"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]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];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// 2) index.html：把写死的统计条清空成空容器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//    &lt;section class="stats" id="stats"&gt;&lt;/section&gt;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// 3) 在 &lt;/body&gt; 前加脚本，调用你写的 aggregate 填充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function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statBox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l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'&lt;div class="stat"&gt;&lt;div class="num"&gt;'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n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'&lt;/div&gt;&lt;div class="label"&gt;'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l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'&lt;/div&gt;&lt;/div&gt;'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aggregate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(products);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document.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getElementById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"stats"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).innerHTML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statBox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(r.total,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"商品种类"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statBox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(r.stockSum,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"库存总量"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statBox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(r.catCount,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"分类数"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);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65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提交前自检清单&lt;/Text&gt;&#10;    &lt;Text style={{ color: '#FFFFFF', fontSize: 16, opacity: 0.8 }}&gt;JS 前端 · 项目三&lt;/Text&gt;&#10;  &lt;/Box&gt;&#10;  &lt;Box style={{ flex: 1, padding: 32, gap: 20, justifyContent: 'center' }}&gt;&#10;    &lt;Box style={{ flexDirection: 'row', gap: 20 }}&gt;&#10;      &lt;Box style={{ flex: 1, background: '#F0F5FC', border: '1px solid #D6DCE5', borderRadius: 8, padding: 20 }}&gt;&#10;        &lt;Text style={{ fontSize: 22, color: '#1A2230', lineHeight: 1.6 }}&gt;☐ node 跑出 &lt;span style={{ fontWeight: 'bold', color: '#1E4FA8' }}&gt;✅ 自检通过&lt;/span&gt;&lt;/Text&gt;&#10;      &lt;/Box&gt;&#10;      &lt;Box style={{ flex: 1, background: '#F0F5FC', border: '1px solid #D6DCE5', borderRadius: 8, padding: 20 }}&gt;&#10;        &lt;Text style={{ fontSize: 22, color: '#1A2230', lineHeight: 1.6 }}&gt;☐ 能说清 for / for...of / while 区别&lt;/Text&gt;&#10;      &lt;/Box&gt;&#10;    &lt;/Box&gt;&#10;    &lt;Box style={{ flexDirection: 'row', gap: 20 }}&gt;&#10;      &lt;Box style={{ flex: 1, background: '#F0F5FC', border: '1px solid #D6DCE5', borderRadius: 8, padding: 20 }}&gt;&#10;        &lt;Text style={{ fontSize: 22, color: '#1A2230', lineHeight: 1.6 }}&gt;☐ 改 1 个商品后统计跟着变&lt;/Text&gt;&#10;      &lt;/Box&gt;&#10;      &lt;Box style={{ flex: 1, background: '#F0F5FC', border: '1px solid #D6DCE5', borderRadius: 8, padding: 20 }}&gt;&#10;        &lt;Text style={{ fontSize: 22, color: '#1A2230', lineHeight: 1.6 }}&gt;☐（良好）首页统计条显示真实数据&lt;/Text&gt;&#10;      &lt;/Box&gt;&#10;    &lt;/Box&gt;&#10;    &lt;Box style={{ background: '#FFFFFF', border: '1px solid #D6DCE5', borderRadius: 8, padding: 18 }}&gt;&#10;      &lt;Text style={{ fontSize: 20, color: '#1A2230', lineHeight: 1.6 }}&gt;☐（优秀）额外渲染「各分类明细 / 均价」，并写 ≤200 字操作手册&lt;/Text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商品批量统计实训&lt;/Text&gt;&#10;    &lt;Text style={{ fontSize: 14, color: '#0E3F8C' }}&gt;06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提交前自检清单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04800" y="2324100"/>
            <a:ext cx="5695950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95300" y="2514600"/>
            <a:ext cx="53149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☐ node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跑出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✅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自检通过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191250" y="2324100"/>
            <a:ext cx="5695950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381750" y="2514600"/>
            <a:ext cx="53149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☐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能说清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for / for...of / while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区别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04800" y="3305175"/>
            <a:ext cx="5695950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95300" y="3495675"/>
            <a:ext cx="53149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☐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改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个商品后统计跟着变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191250" y="3305175"/>
            <a:ext cx="5695950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381750" y="3495675"/>
            <a:ext cx="53149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☐（良好）首页统计条显示真实数据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04800" y="4286250"/>
            <a:ext cx="11582400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76250" y="4457700"/>
            <a:ext cx="11239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☐（优秀）额外渲染「各分类明细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均价」，并写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≤200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字操作手册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商品批量统计实训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06 / 08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82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提交方式（单一 push）&lt;/Text&gt;&#10;    &lt;Text style={{ color: '#FFFFFF', fontSize: 16, opacity: 0.8 }}&gt;JS 前端 · 项目三&lt;/Text&gt;&#10;  &lt;/Box&gt;&#10;  &lt;Box style={{ flexDirection: 'row', flex: 1, padding: 32, gap: 28 }}&gt;&#10;    &lt;Box style={{ width: 560, background: '#0F172A', borderRadius: 8, padding: 18 }}&gt;&#10;      &lt;CodeBlock&#10;        code={`git add -A&#10;git commit -m &quot;项目三：商品批量统计 aggregate&quot;&#10;git push origin master`}&#10;        language='javascript'&#10;        width={524}&#10;        fontSize={15}&#10;      /&gt;&#10;    &lt;/Box&gt;&#10;    &lt;Box style={{ flex: 1, gap: 16 }}&gt;&#10;      &lt;Text style={{ fontSize: 24, fontWeight: 'bold', color: '#0E3F8C' }}&gt;记住两点&lt;/Text&gt;&#10;      &lt;Text style={{ fontSize: 22, color: '#1A2230', lineHeight: 1.8 }}&gt;&#10;        • 仓库名保持 &lt;span style={{ fontWeight: 'bold' }}&gt;js-course&lt;/span&gt;，不用改名。&lt;br /&gt;&#10;        • 老师按你的 Gitee 账号识别提交，&lt;span style={{ fontWeight: 'bold' }}&gt;不用单独发链接&lt;/span&gt;。&lt;br /&gt;&#10;        • 只 push，不发包链 / 不 PR。&#10;      &lt;/Text&gt;&#10;      &lt;Box style={{ background: '#F0F5FC', borderRadius: 8, padding: 16, marginTop: 6 }}&gt;&#10;        &lt;Text style={{ fontSize: 20, color: '#1A2230', lineHeight: 1.6 }}&gt;push 前务必先跑通自检，再提交干净版本。&lt;/Text&gt;&#10;      &lt;/Box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商品批量统计实训&lt;/Text&gt;&#10;    &lt;Text style={{ fontSize: 14, color: '#0E3F8C' }}&gt;07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2466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提交方式（单一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push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04800" y="1143000"/>
            <a:ext cx="5334000" cy="502920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905500" y="1143000"/>
            <a:ext cx="598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记住两点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905500" y="1571625"/>
            <a:ext cx="5981700" cy="1362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仓库名保持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js-course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，不用改名。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老师按你的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Gitee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账号识别提交，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不用单独发链接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只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push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，不发包链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不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PR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905500" y="3143250"/>
            <a:ext cx="5981700" cy="676275"/>
          </a:xfrm>
          <a:prstGeom prst="roundRect">
            <a:avLst>
              <a:gd name="adj" fmla="val 1126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57900" y="3295650"/>
            <a:ext cx="5676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push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前务必先跑通自检，再提交干净版本。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商品批量统计实训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07 / 08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76250" y="1314450"/>
            <a:ext cx="4991100" cy="990600"/>
          </a:xfrm>
          <a:prstGeom prst="roundRect">
            <a:avLst>
              <a:gd name="adj" fmla="val 7692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95" name=""/>
          <p:cNvSpPr txBox="1"/>
          <p:nvPr/>
        </p:nvSpPr>
        <p:spPr>
          <a:xfrm rot="0" flipH="0" flipV="0">
            <a:off x="628650" y="1447800"/>
            <a:ext cx="46863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git add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A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git commit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m </a:t>
            </a:r>
            <a:r>
              <a:rPr sz="1125">
                <a:solidFill>
                  <a:srgbClr val="032F62"/>
                </a:solidFill>
                <a:latin typeface="Menlo"/>
                <a:ea typeface="Menlo"/>
              </a:rPr>
              <a:t>"项目三：商品批量统计 aggregate"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git push origin master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96" name="" descr="&lt;Slide style={{ width: '1280px', height: '720px', background: '#FFFFFF', padding: 0 }}&gt;&#10;  &lt;Box style={{ height: 88, background: '#0E3F8C', width: '100%', flexDirection: 'row', alignItems: 'center', paddingLeft: 40 }}&gt;&#10;    &lt;Text style={{ color: '#FFFFFF', fontSize: 22, fontWeight: 'bold' }}&gt;下节课预告 · 别焦虑&lt;/Text&gt;&#10;  &lt;/Box&gt;&#10;  &lt;Box style={{ flex: 1, justifyContent: 'center', alignItems: 'center', padding: 60 }}&gt;&#10;    &lt;Text style={{ fontSize: 52, fontWeight: 'bold', color: '#0E3F8C' }}&gt;今天先跑通、先看懂，细讲留给下节课&lt;/Text&gt;&#10;    &lt;Box style={{ marginTop: 36, padding: 26, background: '#F0F5FC', borderRadius: 8, maxWidth: 920 }}&gt;&#10;      &lt;Text style={{ fontSize: 24, color: '#1A2230', lineHeight: 1.9, textAlign: 'center' }}&gt;&#10;        课堂 git 上手占用了时间，正课只先带大家看一遍，这很正常。&lt;br /&gt;&#10;        《作业说明》和这份实训 PPT 都能独立跟着做，不会的地方下节课再细讲。&lt;br /&gt;&#10;        下节课：循环难点、变式（分类过滤 / 销量排序），并收操作手册。&#10;      &lt;/Text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商品批量统计实训&lt;/Text&gt;&#10;    &lt;Text style={{ fontSize: 14, color: '#0E3F8C' }}&gt;08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295275"/>
            <a:ext cx="1895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下节课预告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别焦虑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885950" y="2152650"/>
            <a:ext cx="84201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今天先跑通、先看懂，细讲留给下节课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2028825" y="3095625"/>
            <a:ext cx="8134350" cy="2066925"/>
          </a:xfrm>
          <a:prstGeom prst="roundRect">
            <a:avLst>
              <a:gd name="adj" fmla="val 368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2276475" y="3343275"/>
            <a:ext cx="7639050" cy="1571625"/>
          </a:xfrm>
          <a:prstGeom prst="rect"/>
        </p:spPr>
        <p:txBody>
          <a:bodyPr wrap="none" lIns="0" tIns="0" rIns="0" bIns="0"/>
          <a:p>
            <a:pPr algn="ctr">
              <a:lnSpc>
                <a:spcPct val="19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课堂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git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上手占用了时间，正课只先带大家看一遍，这很正常。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《作业说明》和这份实训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PPT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都能独立跟着做，不会的地方下节课再细讲。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下节课：循环难点、变式（分类过滤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销量排序），并收操作手册。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商品批量统计实训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08 / 08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2026-10-09T11:08:20Z</dcterms:created>
  <dcterms:modified xsi:type="dcterms:W3CDTF">2026-10-09T11:08:20Z</dcterms:modified>
</cp:coreProperties>
</file>